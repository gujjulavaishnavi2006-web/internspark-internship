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0" d="100"/>
          <a:sy n="40" d="100"/>
        </p:scale>
        <p:origin x="119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jjula Vaishnavi" userId="62fbfccbfa03a072" providerId="LiveId" clId="{C822C4A4-40E3-4CA6-9A5D-A7B9632658E5}"/>
    <pc:docChg chg="custSel modSld">
      <pc:chgData name="Gujjula Vaishnavi" userId="62fbfccbfa03a072" providerId="LiveId" clId="{C822C4A4-40E3-4CA6-9A5D-A7B9632658E5}" dt="2026-05-24T16:07:27.178" v="10" actId="14100"/>
      <pc:docMkLst>
        <pc:docMk/>
      </pc:docMkLst>
      <pc:sldChg chg="addSp delSp modSp mod">
        <pc:chgData name="Gujjula Vaishnavi" userId="62fbfccbfa03a072" providerId="LiveId" clId="{C822C4A4-40E3-4CA6-9A5D-A7B9632658E5}" dt="2026-05-24T16:06:32.555" v="2" actId="14100"/>
        <pc:sldMkLst>
          <pc:docMk/>
          <pc:sldMk cId="0" sldId="260"/>
        </pc:sldMkLst>
        <pc:picChg chg="del">
          <ac:chgData name="Gujjula Vaishnavi" userId="62fbfccbfa03a072" providerId="LiveId" clId="{C822C4A4-40E3-4CA6-9A5D-A7B9632658E5}" dt="2026-05-24T16:06:23.773" v="0" actId="478"/>
          <ac:picMkLst>
            <pc:docMk/>
            <pc:sldMk cId="0" sldId="260"/>
            <ac:picMk id="4" creationId="{00000000-0000-0000-0000-000000000000}"/>
          </ac:picMkLst>
        </pc:picChg>
        <pc:picChg chg="add mod">
          <ac:chgData name="Gujjula Vaishnavi" userId="62fbfccbfa03a072" providerId="LiveId" clId="{C822C4A4-40E3-4CA6-9A5D-A7B9632658E5}" dt="2026-05-24T16:06:32.555" v="2" actId="14100"/>
          <ac:picMkLst>
            <pc:docMk/>
            <pc:sldMk cId="0" sldId="260"/>
            <ac:picMk id="6" creationId="{13CFEFEB-85B2-04FC-A101-7AC7762FBA4E}"/>
          </ac:picMkLst>
        </pc:picChg>
      </pc:sldChg>
      <pc:sldChg chg="addSp delSp modSp mod">
        <pc:chgData name="Gujjula Vaishnavi" userId="62fbfccbfa03a072" providerId="LiveId" clId="{C822C4A4-40E3-4CA6-9A5D-A7B9632658E5}" dt="2026-05-24T16:07:05.691" v="7" actId="14100"/>
        <pc:sldMkLst>
          <pc:docMk/>
          <pc:sldMk cId="0" sldId="261"/>
        </pc:sldMkLst>
        <pc:picChg chg="del">
          <ac:chgData name="Gujjula Vaishnavi" userId="62fbfccbfa03a072" providerId="LiveId" clId="{C822C4A4-40E3-4CA6-9A5D-A7B9632658E5}" dt="2026-05-24T16:06:37.102" v="3" actId="478"/>
          <ac:picMkLst>
            <pc:docMk/>
            <pc:sldMk cId="0" sldId="261"/>
            <ac:picMk id="4" creationId="{00000000-0000-0000-0000-000000000000}"/>
          </ac:picMkLst>
        </pc:picChg>
        <pc:picChg chg="add mod">
          <ac:chgData name="Gujjula Vaishnavi" userId="62fbfccbfa03a072" providerId="LiveId" clId="{C822C4A4-40E3-4CA6-9A5D-A7B9632658E5}" dt="2026-05-24T16:07:05.691" v="7" actId="14100"/>
          <ac:picMkLst>
            <pc:docMk/>
            <pc:sldMk cId="0" sldId="261"/>
            <ac:picMk id="6" creationId="{B4385B72-E388-7F77-F047-9CDD91ED2905}"/>
          </ac:picMkLst>
        </pc:picChg>
      </pc:sldChg>
      <pc:sldChg chg="addSp delSp modSp mod">
        <pc:chgData name="Gujjula Vaishnavi" userId="62fbfccbfa03a072" providerId="LiveId" clId="{C822C4A4-40E3-4CA6-9A5D-A7B9632658E5}" dt="2026-05-24T16:07:27.178" v="10" actId="14100"/>
        <pc:sldMkLst>
          <pc:docMk/>
          <pc:sldMk cId="0" sldId="262"/>
        </pc:sldMkLst>
        <pc:picChg chg="del">
          <ac:chgData name="Gujjula Vaishnavi" userId="62fbfccbfa03a072" providerId="LiveId" clId="{C822C4A4-40E3-4CA6-9A5D-A7B9632658E5}" dt="2026-05-24T16:07:09.671" v="8" actId="478"/>
          <ac:picMkLst>
            <pc:docMk/>
            <pc:sldMk cId="0" sldId="262"/>
            <ac:picMk id="4" creationId="{00000000-0000-0000-0000-000000000000}"/>
          </ac:picMkLst>
        </pc:picChg>
        <pc:picChg chg="add mod">
          <ac:chgData name="Gujjula Vaishnavi" userId="62fbfccbfa03a072" providerId="LiveId" clId="{C822C4A4-40E3-4CA6-9A5D-A7B9632658E5}" dt="2026-05-24T16:07:27.178" v="10" actId="14100"/>
          <ac:picMkLst>
            <pc:docMk/>
            <pc:sldMk cId="0" sldId="262"/>
            <ac:picMk id="6" creationId="{051A24AC-37D0-52A9-2977-EAC46D49BE1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Behavior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for Data Analytics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customer behavior patterns and generate business insights using data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sourced from Kaggle.</a:t>
            </a:r>
          </a:p>
          <a:p>
            <a:r>
              <a:t>Contains customer-related transaction and behavior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Checked missing values</a:t>
            </a:r>
          </a:p>
          <a:p>
            <a:r>
              <a:t>• Removed duplicate rows</a:t>
            </a:r>
          </a:p>
          <a:p>
            <a:r>
              <a:t>• Loaded dataset using Pandas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Histogram shows data distribution patterns.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FEFEB-85B2-04FC-A101-7AC7762FB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1" y="2310063"/>
            <a:ext cx="8935697" cy="42816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Bar chart compares category frequencies.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385B72-E388-7F77-F047-9CDD91ED2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498" y="2470484"/>
            <a:ext cx="6657004" cy="38382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Pie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Pie chart shows percentage contribution.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1A24AC-37D0-52A9-2977-EAC46D49B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20" y="2422358"/>
            <a:ext cx="8668960" cy="37645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Customer behavior trends are visible</a:t>
            </a:r>
          </a:p>
          <a:p>
            <a:r>
              <a:t>2. Some categories are more dominant</a:t>
            </a:r>
          </a:p>
          <a:p>
            <a:r>
              <a:t>3. Data helps business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 targeted marketing</a:t>
            </a:r>
          </a:p>
          <a:p>
            <a:r>
              <a:t>2. Improve customer engagement</a:t>
            </a:r>
          </a:p>
          <a:p>
            <a:r>
              <a:t>3. Focus on high-performing categories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analytics helps businesses understand customers and improve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122</Words>
  <Application>Microsoft Office PowerPoint</Application>
  <PresentationFormat>On-screen Show (4:3)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Customer Behavior Analysis</vt:lpstr>
      <vt:lpstr>Objective</vt:lpstr>
      <vt:lpstr>Dataset Overview</vt:lpstr>
      <vt:lpstr>Data Cleaning</vt:lpstr>
      <vt:lpstr>Histogram</vt:lpstr>
      <vt:lpstr>Bar Chart</vt:lpstr>
      <vt:lpstr>Pie Chart</vt:lpstr>
      <vt:lpstr>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Gujjula Vaishnavi</cp:lastModifiedBy>
  <cp:revision>1</cp:revision>
  <dcterms:created xsi:type="dcterms:W3CDTF">2013-01-27T09:14:16Z</dcterms:created>
  <dcterms:modified xsi:type="dcterms:W3CDTF">2026-05-24T16:07:35Z</dcterms:modified>
  <cp:category/>
</cp:coreProperties>
</file>