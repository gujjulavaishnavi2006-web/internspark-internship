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Website Traffic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Dataset Analysis Report for Alfido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website traffic logs to understand:</a:t>
            </a:r>
          </a:p>
          <a:p>
            <a:r>
              <a:t>User journeys and behavior</a:t>
            </a:r>
          </a:p>
          <a:p>
            <a:r>
              <a:t>Top landing and exit pages</a:t>
            </a:r>
          </a:p>
          <a:p>
            <a:r>
              <a:t>Bounce rates and session duration</a:t>
            </a:r>
          </a:p>
          <a:p>
            <a:r>
              <a:t>Referral traffic sources</a:t>
            </a:r>
          </a:p>
          <a:p>
            <a:r>
              <a:t>Conversion optimization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data was cleaned and prepared using Python.</a:t>
            </a:r>
          </a:p>
          <a:p>
            <a:r>
              <a:t>Removed duplicate records</a:t>
            </a:r>
          </a:p>
          <a:p>
            <a:r>
              <a:t>Handled missing values</a:t>
            </a:r>
          </a:p>
          <a:p>
            <a:r>
              <a:t>Standardized formats and timestamps</a:t>
            </a:r>
          </a:p>
          <a:p>
            <a:r>
              <a:t>Processed sessions and user activity</a:t>
            </a:r>
          </a:p>
          <a:p>
            <a:r>
              <a:t>Prepared data for metric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website performance metrics were analyzed:</a:t>
            </a:r>
          </a:p>
          <a:p>
            <a:r>
              <a:t>Total users and sessions</a:t>
            </a:r>
          </a:p>
          <a:p>
            <a:r>
              <a:t>Bounce rate</a:t>
            </a:r>
          </a:p>
          <a:p>
            <a:r>
              <a:t>Average session duration</a:t>
            </a:r>
          </a:p>
          <a:p>
            <a:r>
              <a:t>Top landing pages</a:t>
            </a:r>
          </a:p>
          <a:p>
            <a:r>
              <a:t>Top exit pages</a:t>
            </a:r>
          </a:p>
          <a:p>
            <a:r>
              <a:t>Referral traffic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findings from the analysis:</a:t>
            </a:r>
          </a:p>
          <a:p>
            <a:r>
              <a:t>Search engines generated most traffic</a:t>
            </a:r>
          </a:p>
          <a:p>
            <a:r>
              <a:t>Some landing pages had high bounce rates</a:t>
            </a:r>
          </a:p>
          <a:p>
            <a:r>
              <a:t>Organic users spent more time on the site</a:t>
            </a:r>
          </a:p>
          <a:p>
            <a:r>
              <a:t>Exit pages revealed possible usability issues</a:t>
            </a:r>
          </a:p>
          <a:p>
            <a:r>
              <a:t>User flow analysis highlighted navigation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Alfido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Suggested optimizations to improve conversions:</a:t>
            </a:r>
          </a:p>
          <a:p>
            <a:r>
              <a:t>Improve high-bounce landing pages</a:t>
            </a:r>
          </a:p>
          <a:p>
            <a:r>
              <a:t>Optimize website loading speed</a:t>
            </a:r>
          </a:p>
          <a:p>
            <a:r>
              <a:t>Strengthen internal linking structure</a:t>
            </a:r>
          </a:p>
          <a:p>
            <a:r>
              <a:t>Enhance SEO and content strategy</a:t>
            </a:r>
          </a:p>
          <a:p>
            <a:r>
              <a:t>Use stronger call-to-action sections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demonstrated how website traffic analysis helps organizations understand user behavior, identify weak points, and improve website performance using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