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11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Superstore Sales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Internship Project Report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sales performance across regions, categories, and time.</a:t>
            </a:r>
          </a:p>
          <a:p>
            <a:r>
              <a:t>Identify best and worst performing products</a:t>
            </a:r>
          </a:p>
          <a:p>
            <a:r>
              <a:t>Study seasonal sales trends</a:t>
            </a:r>
          </a:p>
          <a:p>
            <a:r>
              <a:t>Build KPIs and dashboards</a:t>
            </a:r>
          </a:p>
          <a:p>
            <a:r>
              <a:t>Suggest tactical business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Important metrics used in the analysis:</a:t>
            </a:r>
          </a:p>
          <a:p>
            <a:r>
              <a:t>Total Revenue</a:t>
            </a:r>
          </a:p>
          <a:p>
            <a:r>
              <a:t>Total Profit</a:t>
            </a:r>
          </a:p>
          <a:p>
            <a:r>
              <a:t>Profit Margin</a:t>
            </a:r>
          </a:p>
          <a:p>
            <a:r>
              <a:t>Average Order Value (AOV)</a:t>
            </a:r>
          </a:p>
          <a:p>
            <a:r>
              <a:t>Regional Sales Contribution</a:t>
            </a:r>
          </a:p>
          <a:p>
            <a:r>
              <a:t>Shipping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8D6692-DC56-2FAB-A466-59405BC7B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152" y="1657836"/>
            <a:ext cx="7849695" cy="44106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Profitability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350B912-5F50-4291-A4A3-7986418C8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4330" y="1600200"/>
            <a:ext cx="6489908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2C49A3-4088-269C-29BD-8D1E680F3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42" y="409153"/>
            <a:ext cx="7640116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60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52E952-09E8-988C-E018-673B18098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10" y="320841"/>
            <a:ext cx="7554379" cy="585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76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88D95-403F-6A36-F6D4-44021039E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78" y="368968"/>
            <a:ext cx="7649643" cy="599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7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19725A-323B-A9B8-1391-F821A8DD9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52" y="361522"/>
            <a:ext cx="7849695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91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Key observations from product analysis:</a:t>
            </a:r>
          </a:p>
          <a:p>
            <a:r>
              <a:t>Technology products generated the highest revenue</a:t>
            </a:r>
          </a:p>
          <a:p>
            <a:r>
              <a:t>Certain furniture products had low profit margins</a:t>
            </a:r>
          </a:p>
          <a:p>
            <a:r>
              <a:t>Top-selling products contributed significantly to total sales</a:t>
            </a:r>
          </a:p>
          <a:p>
            <a:r>
              <a:t>Loss-making products need pricing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5 Tactical Improvements for Alfido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business actions:</a:t>
            </a:r>
          </a:p>
          <a:p>
            <a:r>
              <a:t>Increase focus on high-profit categories</a:t>
            </a:r>
          </a:p>
          <a:p>
            <a:r>
              <a:t>Reduce discounts on loss-making products</a:t>
            </a:r>
          </a:p>
          <a:p>
            <a:r>
              <a:t>Launch seasonal campaigns during peak months</a:t>
            </a:r>
          </a:p>
          <a:p>
            <a:r>
              <a:t>Improve regional inventory management</a:t>
            </a:r>
          </a:p>
          <a:p>
            <a:r>
              <a:t>Optimize shipping and delivery timelines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highlights strong sales opportunities in profitable categories and regions. Seasonal demand patterns and product-level insights can help Alfido Tech improve profitability and operational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171</Words>
  <Application>Microsoft Office PowerPoint</Application>
  <PresentationFormat>On-screen Show (4:3)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Superstore Sales Performance Analysis</vt:lpstr>
      <vt:lpstr>Project Objective</vt:lpstr>
      <vt:lpstr>Key Performance Indicators (KPIs)</vt:lpstr>
      <vt:lpstr>Sales Trend Analysis</vt:lpstr>
      <vt:lpstr>Regional Profitability</vt:lpstr>
      <vt:lpstr>PowerPoint Presentation</vt:lpstr>
      <vt:lpstr>PowerPoint Presentation</vt:lpstr>
      <vt:lpstr>PowerPoint Presentation</vt:lpstr>
      <vt:lpstr>PowerPoint Presentation</vt:lpstr>
      <vt:lpstr>Product Performance Insights</vt:lpstr>
      <vt:lpstr>5 Tactical Improvements for Alfido Tech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Gujjula Vaishnavi</dc:creator>
  <cp:keywords/>
  <dc:description>generated using python-pptx</dc:description>
  <cp:lastModifiedBy>Gujjula Vaishnavi</cp:lastModifiedBy>
  <cp:revision>3</cp:revision>
  <dcterms:created xsi:type="dcterms:W3CDTF">2013-01-27T09:14:16Z</dcterms:created>
  <dcterms:modified xsi:type="dcterms:W3CDTF">2026-05-24T14:31:18Z</dcterms:modified>
  <cp:category/>
</cp:coreProperties>
</file>